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Bolt Framework</dc:title>
  <dc:subject>Bolt Framework — client edition.
This deck is ASSEMBLED FROM slides.md, it does not duplicate it. Every content
slide is imported by range, so a fix in the internal deck lands here too. Only
the closing slide is defined locally, because its call to action differs.
Excluded on purpose: the business-developer one-pager and the delivery-lead
one-pager. Both are internal — pursuit guidance and framework gaps.
Speaker notes travel with imported slides. Strip them before sharing the PPTX:
see scripts/strip-pptx-notes.py and REFRESH.md §5.
</dc:subject>
  <dc:creator>AI-Driven Development Lifecycle · Avanade</dc:creator>
  <cp:lastModifiedBy>AI-Driven Development Lifecycle · Avanade</cp:lastModifiedBy>
  <cp:revision>1</cp:revision>
  <dcterms:created xsi:type="dcterms:W3CDTF">2026-09-15T11:21:02Z</dcterms:created>
  <dcterms:modified xsi:type="dcterms:W3CDTF">2026-09-15T11:21:02Z</dcterms:modified>
</cp:coreProperties>
</file>